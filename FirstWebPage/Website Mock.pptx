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BF3D4-4607-4DD9-8B99-09A9B99A6DEC}" v="8" dt="2025-09-21T01:30:12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3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ha Karim" userId="f325cf07-adf6-42d8-8098-9f5cd453e398" providerId="ADAL" clId="{87B10D0B-F264-484A-92FA-6698E726BD3A}"/>
    <pc:docChg chg="undo custSel addSld delSld modSld">
      <pc:chgData name="Esha Karim" userId="f325cf07-adf6-42d8-8098-9f5cd453e398" providerId="ADAL" clId="{87B10D0B-F264-484A-92FA-6698E726BD3A}" dt="2025-09-21T01:32:36.759" v="348" actId="20577"/>
      <pc:docMkLst>
        <pc:docMk/>
      </pc:docMkLst>
      <pc:sldChg chg="addSp delSp mod">
        <pc:chgData name="Esha Karim" userId="f325cf07-adf6-42d8-8098-9f5cd453e398" providerId="ADAL" clId="{87B10D0B-F264-484A-92FA-6698E726BD3A}" dt="2025-09-21T01:17:47.971" v="6" actId="21"/>
        <pc:sldMkLst>
          <pc:docMk/>
          <pc:sldMk cId="3527632873" sldId="256"/>
        </pc:sldMkLst>
        <pc:spChg chg="add del">
          <ac:chgData name="Esha Karim" userId="f325cf07-adf6-42d8-8098-9f5cd453e398" providerId="ADAL" clId="{87B10D0B-F264-484A-92FA-6698E726BD3A}" dt="2025-09-21T01:17:47.971" v="6" actId="21"/>
          <ac:spMkLst>
            <pc:docMk/>
            <pc:sldMk cId="3527632873" sldId="256"/>
            <ac:spMk id="19" creationId="{652F5080-93C4-4275-B442-46708B144ACD}"/>
          </ac:spMkLst>
        </pc:spChg>
        <pc:picChg chg="add del">
          <ac:chgData name="Esha Karim" userId="f325cf07-adf6-42d8-8098-9f5cd453e398" providerId="ADAL" clId="{87B10D0B-F264-484A-92FA-6698E726BD3A}" dt="2025-09-21T01:17:47.971" v="6" actId="21"/>
          <ac:picMkLst>
            <pc:docMk/>
            <pc:sldMk cId="3527632873" sldId="256"/>
            <ac:picMk id="20" creationId="{4DC65CD2-ECE3-7B1B-99C5-834FF8F31586}"/>
          </ac:picMkLst>
        </pc:picChg>
      </pc:sldChg>
      <pc:sldChg chg="add del">
        <pc:chgData name="Esha Karim" userId="f325cf07-adf6-42d8-8098-9f5cd453e398" providerId="ADAL" clId="{87B10D0B-F264-484A-92FA-6698E726BD3A}" dt="2025-09-21T01:17:33.843" v="1" actId="2890"/>
        <pc:sldMkLst>
          <pc:docMk/>
          <pc:sldMk cId="3317047070" sldId="257"/>
        </pc:sldMkLst>
      </pc:sldChg>
      <pc:sldChg chg="addSp delSp modSp new mod">
        <pc:chgData name="Esha Karim" userId="f325cf07-adf6-42d8-8098-9f5cd453e398" providerId="ADAL" clId="{87B10D0B-F264-484A-92FA-6698E726BD3A}" dt="2025-09-21T01:32:36.759" v="348" actId="20577"/>
        <pc:sldMkLst>
          <pc:docMk/>
          <pc:sldMk cId="4252113576" sldId="257"/>
        </pc:sldMkLst>
        <pc:spChg chg="del">
          <ac:chgData name="Esha Karim" userId="f325cf07-adf6-42d8-8098-9f5cd453e398" providerId="ADAL" clId="{87B10D0B-F264-484A-92FA-6698E726BD3A}" dt="2025-09-21T01:17:41.618" v="4" actId="478"/>
          <ac:spMkLst>
            <pc:docMk/>
            <pc:sldMk cId="4252113576" sldId="257"/>
            <ac:spMk id="2" creationId="{B1522972-7E0A-19AC-FB1A-E94F49AB2866}"/>
          </ac:spMkLst>
        </pc:spChg>
        <pc:spChg chg="del">
          <ac:chgData name="Esha Karim" userId="f325cf07-adf6-42d8-8098-9f5cd453e398" providerId="ADAL" clId="{87B10D0B-F264-484A-92FA-6698E726BD3A}" dt="2025-09-21T01:17:39.851" v="3" actId="478"/>
          <ac:spMkLst>
            <pc:docMk/>
            <pc:sldMk cId="4252113576" sldId="257"/>
            <ac:spMk id="3" creationId="{898293A3-CA84-CBE9-1918-236D6F5B5437}"/>
          </ac:spMkLst>
        </pc:spChg>
        <pc:spChg chg="add mod">
          <ac:chgData name="Esha Karim" userId="f325cf07-adf6-42d8-8098-9f5cd453e398" providerId="ADAL" clId="{87B10D0B-F264-484A-92FA-6698E726BD3A}" dt="2025-09-21T01:18:24.298" v="21" actId="20577"/>
          <ac:spMkLst>
            <pc:docMk/>
            <pc:sldMk cId="4252113576" sldId="257"/>
            <ac:spMk id="4" creationId="{2017D05A-1482-C816-8759-F5A498E4425E}"/>
          </ac:spMkLst>
        </pc:spChg>
        <pc:spChg chg="add mod">
          <ac:chgData name="Esha Karim" userId="f325cf07-adf6-42d8-8098-9f5cd453e398" providerId="ADAL" clId="{87B10D0B-F264-484A-92FA-6698E726BD3A}" dt="2025-09-21T01:23:52.934" v="67" actId="20577"/>
          <ac:spMkLst>
            <pc:docMk/>
            <pc:sldMk cId="4252113576" sldId="257"/>
            <ac:spMk id="8" creationId="{42C0840E-6C0F-8653-F992-CEF7FD4275D5}"/>
          </ac:spMkLst>
        </pc:spChg>
        <pc:spChg chg="add mod">
          <ac:chgData name="Esha Karim" userId="f325cf07-adf6-42d8-8098-9f5cd453e398" providerId="ADAL" clId="{87B10D0B-F264-484A-92FA-6698E726BD3A}" dt="2025-09-21T01:27:16.551" v="144" actId="114"/>
          <ac:spMkLst>
            <pc:docMk/>
            <pc:sldMk cId="4252113576" sldId="257"/>
            <ac:spMk id="12" creationId="{FCF28986-9D0A-CC7F-0286-45D131F7CEAE}"/>
          </ac:spMkLst>
        </pc:spChg>
        <pc:spChg chg="add mod">
          <ac:chgData name="Esha Karim" userId="f325cf07-adf6-42d8-8098-9f5cd453e398" providerId="ADAL" clId="{87B10D0B-F264-484A-92FA-6698E726BD3A}" dt="2025-09-21T01:27:41.561" v="173" actId="20577"/>
          <ac:spMkLst>
            <pc:docMk/>
            <pc:sldMk cId="4252113576" sldId="257"/>
            <ac:spMk id="13" creationId="{D28C3438-549E-1F7F-29F3-27263D094A7C}"/>
          </ac:spMkLst>
        </pc:spChg>
        <pc:spChg chg="add mod">
          <ac:chgData name="Esha Karim" userId="f325cf07-adf6-42d8-8098-9f5cd453e398" providerId="ADAL" clId="{87B10D0B-F264-484A-92FA-6698E726BD3A}" dt="2025-09-21T01:28:26.671" v="253" actId="20577"/>
          <ac:spMkLst>
            <pc:docMk/>
            <pc:sldMk cId="4252113576" sldId="257"/>
            <ac:spMk id="14" creationId="{E419FE9A-2D8A-2FBC-4101-5EA27BA5FCFC}"/>
          </ac:spMkLst>
        </pc:spChg>
        <pc:spChg chg="add mod">
          <ac:chgData name="Esha Karim" userId="f325cf07-adf6-42d8-8098-9f5cd453e398" providerId="ADAL" clId="{87B10D0B-F264-484A-92FA-6698E726BD3A}" dt="2025-09-21T01:29:54.778" v="290" actId="404"/>
          <ac:spMkLst>
            <pc:docMk/>
            <pc:sldMk cId="4252113576" sldId="257"/>
            <ac:spMk id="15" creationId="{238ED8A8-7CE6-5B14-F676-7FADB305153F}"/>
          </ac:spMkLst>
        </pc:spChg>
        <pc:spChg chg="add mod">
          <ac:chgData name="Esha Karim" userId="f325cf07-adf6-42d8-8098-9f5cd453e398" providerId="ADAL" clId="{87B10D0B-F264-484A-92FA-6698E726BD3A}" dt="2025-09-21T01:32:36.759" v="348" actId="20577"/>
          <ac:spMkLst>
            <pc:docMk/>
            <pc:sldMk cId="4252113576" sldId="257"/>
            <ac:spMk id="16" creationId="{B2B78B3D-0A4E-F53C-92EE-F14048A42722}"/>
          </ac:spMkLst>
        </pc:spChg>
        <pc:graphicFrameChg chg="add del mod modGraphic">
          <ac:chgData name="Esha Karim" userId="f325cf07-adf6-42d8-8098-9f5cd453e398" providerId="ADAL" clId="{87B10D0B-F264-484A-92FA-6698E726BD3A}" dt="2025-09-21T01:25:04.290" v="75" actId="478"/>
          <ac:graphicFrameMkLst>
            <pc:docMk/>
            <pc:sldMk cId="4252113576" sldId="257"/>
            <ac:graphicFrameMk id="9" creationId="{B3459FE9-56A5-7108-53AF-9530458B9DB5}"/>
          </ac:graphicFrameMkLst>
        </pc:graphicFrameChg>
        <pc:picChg chg="add del mod">
          <ac:chgData name="Esha Karim" userId="f325cf07-adf6-42d8-8098-9f5cd453e398" providerId="ADAL" clId="{87B10D0B-F264-484A-92FA-6698E726BD3A}" dt="2025-09-21T01:18:13.921" v="13" actId="478"/>
          <ac:picMkLst>
            <pc:docMk/>
            <pc:sldMk cId="4252113576" sldId="257"/>
            <ac:picMk id="5" creationId="{FE26A529-EFAD-977A-9E0C-5EA12BA5F7A4}"/>
          </ac:picMkLst>
        </pc:picChg>
        <pc:picChg chg="add mod">
          <ac:chgData name="Esha Karim" userId="f325cf07-adf6-42d8-8098-9f5cd453e398" providerId="ADAL" clId="{87B10D0B-F264-484A-92FA-6698E726BD3A}" dt="2025-09-21T01:22:38.991" v="28" actId="1076"/>
          <ac:picMkLst>
            <pc:docMk/>
            <pc:sldMk cId="4252113576" sldId="257"/>
            <ac:picMk id="7" creationId="{A005D130-8230-4D24-9630-AE484C347E2D}"/>
          </ac:picMkLst>
        </pc:picChg>
        <pc:picChg chg="add mod">
          <ac:chgData name="Esha Karim" userId="f325cf07-adf6-42d8-8098-9f5cd453e398" providerId="ADAL" clId="{87B10D0B-F264-484A-92FA-6698E726BD3A}" dt="2025-09-21T01:26:05.273" v="77" actId="1076"/>
          <ac:picMkLst>
            <pc:docMk/>
            <pc:sldMk cId="4252113576" sldId="257"/>
            <ac:picMk id="11" creationId="{5E2158EF-CC2E-1B4E-6390-DB7EF68053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445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299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397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45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039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266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457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19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001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340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769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47B40-C587-457D-BC9D-4521C4C17657}" type="datetimeFigureOut">
              <a:rPr lang="en-CA" smtClean="0"/>
              <a:t>20-Sep-2025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069D7-306F-4F96-92A5-FE726F10EAD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639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13C13A-E604-BD69-9022-5C697CFC6484}"/>
              </a:ext>
            </a:extLst>
          </p:cNvPr>
          <p:cNvSpPr/>
          <p:nvPr/>
        </p:nvSpPr>
        <p:spPr>
          <a:xfrm>
            <a:off x="-116379" y="60962"/>
            <a:ext cx="7110153" cy="509847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Welcome to Esha Karim’s Webpage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6EDD409-ECBD-D1C0-E425-FC3AF90EA7E4}"/>
              </a:ext>
            </a:extLst>
          </p:cNvPr>
          <p:cNvGrpSpPr/>
          <p:nvPr/>
        </p:nvGrpSpPr>
        <p:grpSpPr>
          <a:xfrm>
            <a:off x="-116377" y="1088969"/>
            <a:ext cx="7049192" cy="1635452"/>
            <a:chOff x="-116377" y="1088969"/>
            <a:chExt cx="7049192" cy="16354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F55F4E-50F1-9189-2A36-A80DC7F9CC6E}"/>
                </a:ext>
              </a:extLst>
            </p:cNvPr>
            <p:cNvSpPr/>
            <p:nvPr/>
          </p:nvSpPr>
          <p:spPr>
            <a:xfrm>
              <a:off x="-116377" y="1088969"/>
              <a:ext cx="7049192" cy="50984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just"/>
              <a:r>
                <a:rPr lang="en-CA" dirty="0"/>
                <a:t>What is this?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3AEEA0-2AE1-D6CD-8D0E-7167AC4B499F}"/>
                </a:ext>
              </a:extLst>
            </p:cNvPr>
            <p:cNvSpPr txBox="1"/>
            <p:nvPr/>
          </p:nvSpPr>
          <p:spPr>
            <a:xfrm>
              <a:off x="138545" y="1801091"/>
              <a:ext cx="66723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dirty="0"/>
                <a:t>This is a simple page created by Esha Karim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dirty="0"/>
                <a:t>As part of the GIST 7130 Course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CA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F17E833-CAE5-FCC1-F6EA-3448E540FA04}"/>
              </a:ext>
            </a:extLst>
          </p:cNvPr>
          <p:cNvGrpSpPr/>
          <p:nvPr/>
        </p:nvGrpSpPr>
        <p:grpSpPr>
          <a:xfrm>
            <a:off x="-116378" y="2588031"/>
            <a:ext cx="7049193" cy="1912451"/>
            <a:chOff x="-69273" y="1088969"/>
            <a:chExt cx="7049193" cy="191245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B196093-7208-18E0-533C-ACA18E164466}"/>
                </a:ext>
              </a:extLst>
            </p:cNvPr>
            <p:cNvSpPr/>
            <p:nvPr/>
          </p:nvSpPr>
          <p:spPr>
            <a:xfrm>
              <a:off x="-69273" y="1088969"/>
              <a:ext cx="7049193" cy="50984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just"/>
              <a:r>
                <a:rPr lang="en-CA" dirty="0"/>
                <a:t>Why is this?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B5F4BD-1813-3BE5-A866-55CEA42CDEAB}"/>
                </a:ext>
              </a:extLst>
            </p:cNvPr>
            <p:cNvSpPr txBox="1"/>
            <p:nvPr/>
          </p:nvSpPr>
          <p:spPr>
            <a:xfrm>
              <a:off x="139930" y="1801091"/>
              <a:ext cx="667235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dirty="0"/>
                <a:t>For me to practice HTML, CSS, and JavaScript Coding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dirty="0"/>
                <a:t>To show off the skills that I have gained in webpage development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dirty="0"/>
                <a:t>To do fund things with HTML</a:t>
              </a: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FBD386-7B39-C107-882F-6BAA29FC11C2}"/>
              </a:ext>
            </a:extLst>
          </p:cNvPr>
          <p:cNvSpPr/>
          <p:nvPr/>
        </p:nvSpPr>
        <p:spPr>
          <a:xfrm>
            <a:off x="-116378" y="4702757"/>
            <a:ext cx="7049193" cy="50984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n-CA" dirty="0"/>
              <a:t>Click the button below to access HTMLDOG Tutorial</a:t>
            </a:r>
          </a:p>
        </p:txBody>
      </p:sp>
      <p:pic>
        <p:nvPicPr>
          <p:cNvPr id="18" name="Picture 17" descr="A blue and white dog head&#10;&#10;AI-generated content may be incorrect.">
            <a:extLst>
              <a:ext uri="{FF2B5EF4-FFF2-40B4-BE49-F238E27FC236}">
                <a16:creationId xmlns:a16="http://schemas.microsoft.com/office/drawing/2014/main" id="{EE59ADD3-AC9A-3AC5-DA6F-85C012F8A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126" y="5414879"/>
            <a:ext cx="1357747" cy="98662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2F5080-93C4-4275-B442-46708B144ACD}"/>
              </a:ext>
            </a:extLst>
          </p:cNvPr>
          <p:cNvSpPr/>
          <p:nvPr/>
        </p:nvSpPr>
        <p:spPr>
          <a:xfrm>
            <a:off x="-116379" y="6650706"/>
            <a:ext cx="7049193" cy="50984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n-CA" dirty="0"/>
              <a:t>Click the button below to access HTML.com Tutorial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C65CD2-ECE3-7B1B-99C5-834FF8F31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" r="81837" b="-17638"/>
          <a:stretch>
            <a:fillRect/>
          </a:stretch>
        </p:blipFill>
        <p:spPr>
          <a:xfrm>
            <a:off x="3045228" y="7342909"/>
            <a:ext cx="786938" cy="108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3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17D05A-1482-C816-8759-F5A498E4425E}"/>
              </a:ext>
            </a:extLst>
          </p:cNvPr>
          <p:cNvSpPr/>
          <p:nvPr/>
        </p:nvSpPr>
        <p:spPr>
          <a:xfrm>
            <a:off x="-95597" y="122443"/>
            <a:ext cx="7049193" cy="50984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n-CA" dirty="0"/>
              <a:t>Click the button below to access W3 Schools Tutorial</a:t>
            </a:r>
          </a:p>
        </p:txBody>
      </p:sp>
      <p:pic>
        <p:nvPicPr>
          <p:cNvPr id="7" name="Picture 6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A005D130-8230-4D24-9630-AE484C347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458" y="866835"/>
            <a:ext cx="773083" cy="72979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C0840E-6C0F-8653-F992-CEF7FD4275D5}"/>
              </a:ext>
            </a:extLst>
          </p:cNvPr>
          <p:cNvSpPr/>
          <p:nvPr/>
        </p:nvSpPr>
        <p:spPr>
          <a:xfrm>
            <a:off x="-55417" y="1925783"/>
            <a:ext cx="7049192" cy="509847"/>
          </a:xfrm>
          <a:prstGeom prst="roundRect">
            <a:avLst/>
          </a:prstGeom>
          <a:solidFill>
            <a:srgbClr val="2888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r>
              <a:rPr lang="en-CA" dirty="0"/>
              <a:t>My Top 3 BCIT Courses in 2025-2026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2158EF-CC2E-1B4E-6390-DB7EF6805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2003"/>
            <a:ext cx="6858000" cy="13370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F28986-9D0A-CC7F-0286-45D131F7CEAE}"/>
              </a:ext>
            </a:extLst>
          </p:cNvPr>
          <p:cNvSpPr txBox="1"/>
          <p:nvPr/>
        </p:nvSpPr>
        <p:spPr>
          <a:xfrm>
            <a:off x="548641" y="4297678"/>
            <a:ext cx="5841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Date is: </a:t>
            </a:r>
            <a:r>
              <a:rPr lang="en-CA" i="1" dirty="0"/>
              <a:t>Today’s 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C3438-549E-1F7F-29F3-27263D094A7C}"/>
              </a:ext>
            </a:extLst>
          </p:cNvPr>
          <p:cNvSpPr txBox="1"/>
          <p:nvPr/>
        </p:nvSpPr>
        <p:spPr>
          <a:xfrm>
            <a:off x="548641" y="4804754"/>
            <a:ext cx="5841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Time is: </a:t>
            </a:r>
            <a:r>
              <a:rPr lang="en-CA" i="1" dirty="0"/>
              <a:t>Time in am-pm format, Time Zone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9FE9A-2D8A-2FBC-4101-5EA27BA5FCFC}"/>
              </a:ext>
            </a:extLst>
          </p:cNvPr>
          <p:cNvSpPr txBox="1"/>
          <p:nvPr/>
        </p:nvSpPr>
        <p:spPr>
          <a:xfrm>
            <a:off x="762000" y="5491942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Click the button below to change color of this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ED8A8-7CE6-5B14-F676-7FADB305153F}"/>
              </a:ext>
            </a:extLst>
          </p:cNvPr>
          <p:cNvSpPr/>
          <p:nvPr/>
        </p:nvSpPr>
        <p:spPr>
          <a:xfrm>
            <a:off x="975360" y="5968538"/>
            <a:ext cx="997527" cy="210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lang="en-CA" sz="1000" dirty="0"/>
              <a:t>Change Color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78B3D-0A4E-F53C-92EE-F14048A42722}"/>
              </a:ext>
            </a:extLst>
          </p:cNvPr>
          <p:cNvSpPr txBox="1"/>
          <p:nvPr/>
        </p:nvSpPr>
        <p:spPr>
          <a:xfrm>
            <a:off x="548641" y="6286394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Hover over the image below </a:t>
            </a:r>
            <a:r>
              <a:rPr lang="en-CA"/>
              <a:t>to reveal a BCIT campus  map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211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Congenial Black"/>
        <a:ea typeface=""/>
        <a:cs typeface=""/>
      </a:majorFont>
      <a:minorFont>
        <a:latin typeface="Cambr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132</Words>
  <Application>Microsoft Office PowerPoint</Application>
  <PresentationFormat>Letter Paper (8.5x11 in)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Cambria</vt:lpstr>
      <vt:lpstr>Congenial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Esha Karim</dc:creator>
  <cp:lastModifiedBy>Esha Karim</cp:lastModifiedBy>
  <cp:revision>1</cp:revision>
  <dcterms:created xsi:type="dcterms:W3CDTF">2025-09-21T00:54:25Z</dcterms:created>
  <dcterms:modified xsi:type="dcterms:W3CDTF">2025-09-21T01:32:38Z</dcterms:modified>
</cp:coreProperties>
</file>